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BAZATE PE AGENTI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Adoptarea Sistemelor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Fotovoltaice (PV)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Bazele Ciberneticii Economice  •  Caraman Iulia-Maria  •  Grupa 1014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1097280" cy="1097280"/>
          </a:xfrm>
          <a:prstGeom prst="ellipse">
            <a:avLst/>
          </a:prstGeom>
          <a:solidFill>
            <a:srgbClr val="C2185B"/>
          </a:solidFill>
          <a:ln w="25400">
            <a:solidFill>
              <a:srgbClr val="FF80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Articole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Stiintifice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2926080"/>
            <a:ext cx="1097280" cy="1097280"/>
          </a:xfrm>
          <a:prstGeom prst="ellipse">
            <a:avLst/>
          </a:prstGeom>
          <a:solidFill>
            <a:srgbClr val="C2185B"/>
          </a:solidFill>
          <a:ln w="25400">
            <a:solidFill>
              <a:srgbClr val="FF80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NetLogo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2926080"/>
            <a:ext cx="1097280" cy="1097280"/>
          </a:xfrm>
          <a:prstGeom prst="ellipse">
            <a:avLst/>
          </a:prstGeom>
          <a:solidFill>
            <a:srgbClr val="C2185B"/>
          </a:solidFill>
          <a:ln w="25400">
            <a:solidFill>
              <a:srgbClr val="FF80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0D3A"/>
          </a:solidFill>
          <a:ln w="12700">
            <a:solidFill>
              <a:srgbClr val="6B0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MODELAREA BAZATA PE AGENTI?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Fiecare gospodarie = un AGENT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73152" cy="41148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propria decizie: adopta sau nu PV?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32888"/>
            <a:ext cx="73152" cy="41148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871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Depinde de: venituri, pret energie, vecini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191256"/>
            <a:ext cx="73152" cy="41148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455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Mii de decizii individuale -&gt; tendinta globala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3840480" cy="6400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vede pretul energiei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2103120"/>
            <a:ext cx="3840480" cy="6400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Calculeaza economii (NPV)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v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3017520"/>
            <a:ext cx="3840480" cy="6400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vecinii adoptatori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3931920"/>
            <a:ext cx="3840480" cy="64008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DA sau NU?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 EMERGENT: curba in "S"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ARTICOLUL 1  •  Perez-DeLaMora (2026)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Gospodarii rezidentiale in micro-retele comunitare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1828800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Tarife energie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51760" cy="1828800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828800"/>
            <a:ext cx="265176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331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Vecini adoptatori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(peer effects)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1828800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Fiabilitate retea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 cheie: Rata de adoptare variaza intre 31% si 63% in functie de scenariu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Influenta sociala (peer effects) este factorul #1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ARTICOLUL 2  •  Faiud, Schukat &amp; Mason (2024)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 de lactate irlandeze  •  Model pur economic (NPV)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023360" cy="1371600"/>
          </a:xfrm>
          <a:prstGeom prst="rect">
            <a:avLst/>
          </a:prstGeom>
          <a:solidFill>
            <a:srgbClr val="6B0D3A"/>
          </a:solidFill>
          <a:ln w="12700">
            <a:solidFill>
              <a:srgbClr val="6B0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Economii + Subventie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- Mentenanta - Cost PV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34840" y="2377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adoptie estimata 2022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53328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16168" y="2377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adoptie reala 2022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34656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97496" y="2377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prognoza 2030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8412480" cy="1600200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Diferenta fata de Articolul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Fara peer effects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Decizie 100% financiara  -&gt;  Model mai simplu, dar validat pe date reale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0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MEU IN NETLOGO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1005840"/>
          </a:xfrm>
          <a:prstGeom prst="rect">
            <a:avLst/>
          </a:prstGeom>
          <a:solidFill>
            <a:srgbClr val="C2185B"/>
          </a:solidFill>
          <a:ln w="19050">
            <a:solidFill>
              <a:srgbClr val="FF80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0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gospodarii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188720"/>
            <a:ext cx="1965960" cy="1005840"/>
          </a:xfrm>
          <a:prstGeom prst="rect">
            <a:avLst/>
          </a:prstGeom>
          <a:solidFill>
            <a:srgbClr val="C2185B"/>
          </a:solidFill>
          <a:ln w="19050">
            <a:solidFill>
              <a:srgbClr val="FF80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188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0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2015 - 2030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65960" cy="1005840"/>
          </a:xfrm>
          <a:prstGeom prst="rect">
            <a:avLst/>
          </a:prstGeom>
          <a:solidFill>
            <a:srgbClr val="C2185B"/>
          </a:solidFill>
          <a:ln w="19050">
            <a:solidFill>
              <a:srgbClr val="FF80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88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0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+5%/an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188720"/>
            <a:ext cx="1965960" cy="1005840"/>
          </a:xfrm>
          <a:prstGeom prst="rect">
            <a:avLst/>
          </a:prstGeom>
          <a:solidFill>
            <a:srgbClr val="C2185B"/>
          </a:solidFill>
          <a:ln w="19050">
            <a:solidFill>
              <a:srgbClr val="FF80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1887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0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-7%/an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FUNCTIONEAZA: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365760" cy="365760"/>
          </a:xfrm>
          <a:prstGeom prst="ellipse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816352"/>
            <a:ext cx="7909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Calculeaza economii (NPV) din venitul propriu vs. costul PV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365760" cy="365760"/>
          </a:xfrm>
          <a:prstGeom prst="ellipse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337560"/>
            <a:ext cx="7909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cati vecini din raza de 3 unitati au adoptat deja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877056"/>
            <a:ext cx="365760" cy="365760"/>
          </a:xfrm>
          <a:prstGeom prst="ellipse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858768"/>
            <a:ext cx="7909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Probabilitate = 50% economic + 50% presiune sociala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4398264"/>
            <a:ext cx="365760" cy="365760"/>
          </a:xfrm>
          <a:prstGeom prst="ellipse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379976"/>
            <a:ext cx="7909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Daca rand() &lt; probabilitate -&gt; adopta (ireversibil, se coloreaza GALBEN)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0D3A"/>
          </a:solidFill>
          <a:ln w="12700">
            <a:solidFill>
              <a:srgbClr val="6B0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&amp; CONCLUZIE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0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Modelul meu -&gt; ~99% adoptie in 2030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91440" cy="41148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013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Curba in S -&gt; comportament emergent 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50592"/>
            <a:ext cx="91440" cy="41148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23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 mai rapid decat articolele studiate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91440" cy="41148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44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Lipsesc: cooldown + saturatie sociala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694176"/>
            <a:ext cx="91440" cy="41148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667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Decizia ireversibila accelereaza adoptia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solidFill>
            <a:srgbClr val="6B0D3A"/>
          </a:solidFill>
          <a:ln w="12700">
            <a:solidFill>
              <a:srgbClr val="6B0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 1    Articol 2    Modelul meu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93192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effects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600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1600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1600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financiar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0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514600"/>
            <a:ext cx="393192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 pe 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29718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Saturatie sociala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971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2971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55280" y="2971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6B0D3A"/>
          </a:solidFill>
          <a:ln w="12700">
            <a:solidFill>
              <a:srgbClr val="6B0D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= instrument puternic pentru a simula tranzitii energetice si a testa politici publice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2026-05-20T19:30:56Z</dcterms:created>
  <dcterms:modified xsi:type="dcterms:W3CDTF">2026-05-20T19:30:56Z</dcterms:modified>
</cp:coreProperties>
</file>